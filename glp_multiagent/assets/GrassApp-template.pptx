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>
                  <a:srgbClr val="FFFFFF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5477A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>
                <a:solidFill>
                  <a:srgbClr val="111111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solidFill>
                  <a:srgbClr val="111111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solidFill>
                  <a:srgbClr val="111111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solidFill>
                  <a:srgbClr val="111111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solidFill>
                  <a:srgbClr val="111111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111111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111111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111111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5477A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111111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111111"/>
                </a:solidFill>
                <a:latin typeface="Arial"/>
              </a:defRPr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111111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111111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111111"/>
                </a:solidFill>
                <a:latin typeface="Arial"/>
              </a:defRPr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111111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FFFFFF"/>
                </a:solidFill>
                <a:latin typeface="Arial"/>
              </a:defRPr>
            </a:pPr>
            <a:r>
              <a:t>GrassApp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b="0">
                <a:solidFill>
                  <a:srgbClr val="FFFFFF"/>
                </a:solidFill>
                <a:latin typeface="Arial"/>
              </a:defRPr>
            </a:pPr>
            <a:r>
              <a:t>Grassroots digital cooperatives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5477A"/>
                </a:solidFill>
                <a:latin typeface="Arial"/>
              </a:defRPr>
            </a:pPr>
            <a:r>
              <a:t>Three platforms, one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0">
                <a:solidFill>
                  <a:srgbClr val="111111"/>
                </a:solidFill>
                <a:latin typeface="Arial"/>
              </a:defRPr>
            </a:pPr>
            <a:r>
              <a:t>Friends — the social graph</a:t>
            </a:r>
          </a:p>
          <a:p>
            <a:pPr>
              <a:defRPr sz="2800" b="0">
                <a:solidFill>
                  <a:srgbClr val="111111"/>
                </a:solidFill>
                <a:latin typeface="Arial"/>
              </a:defRPr>
            </a:pPr>
            <a:r>
              <a:t>Coins — coins among friends</a:t>
            </a:r>
          </a:p>
          <a:p>
            <a:pPr>
              <a:defRPr sz="2800" b="0">
                <a:solidFill>
                  <a:srgbClr val="111111"/>
                </a:solidFill>
                <a:latin typeface="Arial"/>
              </a:defRPr>
            </a:pPr>
            <a:r>
              <a:t>Chats — the social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